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78" r:id="rId3"/>
    <p:sldId id="258" r:id="rId4"/>
    <p:sldId id="259" r:id="rId5"/>
    <p:sldId id="264" r:id="rId6"/>
    <p:sldId id="279" r:id="rId7"/>
    <p:sldId id="260" r:id="rId8"/>
    <p:sldId id="263" r:id="rId9"/>
    <p:sldId id="269" r:id="rId10"/>
    <p:sldId id="270" r:id="rId11"/>
    <p:sldId id="265" r:id="rId12"/>
    <p:sldId id="272" r:id="rId13"/>
    <p:sldId id="273" r:id="rId14"/>
    <p:sldId id="271" r:id="rId15"/>
    <p:sldId id="274" r:id="rId16"/>
    <p:sldId id="275" r:id="rId17"/>
    <p:sldId id="276" r:id="rId18"/>
    <p:sldId id="277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384FCE-5A50-4DE2-BBF9-91A97B95CB7F}" v="36" dt="2025-11-12T22:26:30.0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69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der Evil" userId="5f4bcd3b568567ce" providerId="LiveId" clId="{9BF617E6-7C83-48CE-9D08-0C458AAE359A}"/>
    <pc:docChg chg="undo custSel addSld delSld modSld modMainMaster">
      <pc:chgData name="Neider Evil" userId="5f4bcd3b568567ce" providerId="LiveId" clId="{9BF617E6-7C83-48CE-9D08-0C458AAE359A}" dt="2025-11-12T22:26:30.093" v="299" actId="20577"/>
      <pc:docMkLst>
        <pc:docMk/>
      </pc:docMkLst>
      <pc:sldChg chg="addSp modSp mod">
        <pc:chgData name="Neider Evil" userId="5f4bcd3b568567ce" providerId="LiveId" clId="{9BF617E6-7C83-48CE-9D08-0C458AAE359A}" dt="2025-11-12T21:28:05.191" v="144" actId="20577"/>
        <pc:sldMkLst>
          <pc:docMk/>
          <pc:sldMk cId="2391963198" sldId="256"/>
        </pc:sldMkLst>
        <pc:spChg chg="mod">
          <ac:chgData name="Neider Evil" userId="5f4bcd3b568567ce" providerId="LiveId" clId="{9BF617E6-7C83-48CE-9D08-0C458AAE359A}" dt="2025-11-12T21:28:05.191" v="144" actId="20577"/>
          <ac:spMkLst>
            <pc:docMk/>
            <pc:sldMk cId="2391963198" sldId="256"/>
            <ac:spMk id="4" creationId="{E3B5815F-4341-2A3D-A22D-8F6657D201F3}"/>
          </ac:spMkLst>
        </pc:spChg>
        <pc:picChg chg="add mod">
          <ac:chgData name="Neider Evil" userId="5f4bcd3b568567ce" providerId="LiveId" clId="{9BF617E6-7C83-48CE-9D08-0C458AAE359A}" dt="2025-11-12T21:27:43.930" v="115" actId="1076"/>
          <ac:picMkLst>
            <pc:docMk/>
            <pc:sldMk cId="2391963198" sldId="256"/>
            <ac:picMk id="3" creationId="{81C291EA-9B60-E242-A708-CA652FB760AE}"/>
          </ac:picMkLst>
        </pc:picChg>
      </pc:sldChg>
      <pc:sldChg chg="addSp delSp modSp mod">
        <pc:chgData name="Neider Evil" userId="5f4bcd3b568567ce" providerId="LiveId" clId="{9BF617E6-7C83-48CE-9D08-0C458AAE359A}" dt="2025-11-12T19:12:31.878" v="9" actId="20577"/>
        <pc:sldMkLst>
          <pc:docMk/>
          <pc:sldMk cId="2436815989" sldId="257"/>
        </pc:sldMkLst>
        <pc:spChg chg="del mod">
          <ac:chgData name="Neider Evil" userId="5f4bcd3b568567ce" providerId="LiveId" clId="{9BF617E6-7C83-48CE-9D08-0C458AAE359A}" dt="2025-11-12T19:12:20.823" v="5" actId="478"/>
          <ac:spMkLst>
            <pc:docMk/>
            <pc:sldMk cId="2436815989" sldId="257"/>
            <ac:spMk id="7" creationId="{3A739E92-330D-944C-ED3E-C7F02FA216B3}"/>
          </ac:spMkLst>
        </pc:spChg>
        <pc:graphicFrameChg chg="add del mod modGraphic">
          <ac:chgData name="Neider Evil" userId="5f4bcd3b568567ce" providerId="LiveId" clId="{9BF617E6-7C83-48CE-9D08-0C458AAE359A}" dt="2025-11-12T19:12:31.878" v="9" actId="20577"/>
          <ac:graphicFrameMkLst>
            <pc:docMk/>
            <pc:sldMk cId="2436815989" sldId="257"/>
            <ac:graphicFrameMk id="5" creationId="{CD98BAAD-E67E-3FB9-220F-BD3AA3645FAD}"/>
          </ac:graphicFrameMkLst>
        </pc:graphicFrameChg>
      </pc:sldChg>
      <pc:sldChg chg="modSp">
        <pc:chgData name="Neider Evil" userId="5f4bcd3b568567ce" providerId="LiveId" clId="{9BF617E6-7C83-48CE-9D08-0C458AAE359A}" dt="2025-11-12T22:26:30.093" v="299" actId="20577"/>
        <pc:sldMkLst>
          <pc:docMk/>
          <pc:sldMk cId="775730755" sldId="258"/>
        </pc:sldMkLst>
        <pc:spChg chg="mod">
          <ac:chgData name="Neider Evil" userId="5f4bcd3b568567ce" providerId="LiveId" clId="{9BF617E6-7C83-48CE-9D08-0C458AAE359A}" dt="2025-11-12T22:26:30.093" v="299" actId="20577"/>
          <ac:spMkLst>
            <pc:docMk/>
            <pc:sldMk cId="775730755" sldId="258"/>
            <ac:spMk id="4" creationId="{DDC84C5C-77A0-B2A2-F0BB-8A7713B865EA}"/>
          </ac:spMkLst>
        </pc:spChg>
      </pc:sldChg>
      <pc:sldChg chg="modSp mod">
        <pc:chgData name="Neider Evil" userId="5f4bcd3b568567ce" providerId="LiveId" clId="{9BF617E6-7C83-48CE-9D08-0C458AAE359A}" dt="2025-11-12T21:43:43.715" v="242" actId="20577"/>
        <pc:sldMkLst>
          <pc:docMk/>
          <pc:sldMk cId="2717669782" sldId="259"/>
        </pc:sldMkLst>
        <pc:spChg chg="mod">
          <ac:chgData name="Neider Evil" userId="5f4bcd3b568567ce" providerId="LiveId" clId="{9BF617E6-7C83-48CE-9D08-0C458AAE359A}" dt="2025-11-12T21:43:43.715" v="242" actId="20577"/>
          <ac:spMkLst>
            <pc:docMk/>
            <pc:sldMk cId="2717669782" sldId="259"/>
            <ac:spMk id="3" creationId="{08D4A171-2FE3-5173-34E6-9DC3D74E7376}"/>
          </ac:spMkLst>
        </pc:spChg>
      </pc:sldChg>
      <pc:sldChg chg="addSp modSp mod">
        <pc:chgData name="Neider Evil" userId="5f4bcd3b568567ce" providerId="LiveId" clId="{9BF617E6-7C83-48CE-9D08-0C458AAE359A}" dt="2025-11-12T22:24:17.304" v="276" actId="1076"/>
        <pc:sldMkLst>
          <pc:docMk/>
          <pc:sldMk cId="3964199749" sldId="260"/>
        </pc:sldMkLst>
        <pc:spChg chg="mod">
          <ac:chgData name="Neider Evil" userId="5f4bcd3b568567ce" providerId="LiveId" clId="{9BF617E6-7C83-48CE-9D08-0C458AAE359A}" dt="2025-11-12T22:24:15.034" v="275" actId="1076"/>
          <ac:spMkLst>
            <pc:docMk/>
            <pc:sldMk cId="3964199749" sldId="260"/>
            <ac:spMk id="2" creationId="{BD43022D-ADA4-8DBD-83AB-6C6465D13D4A}"/>
          </ac:spMkLst>
        </pc:spChg>
        <pc:spChg chg="mod">
          <ac:chgData name="Neider Evil" userId="5f4bcd3b568567ce" providerId="LiveId" clId="{9BF617E6-7C83-48CE-9D08-0C458AAE359A}" dt="2025-11-12T22:24:09.545" v="274" actId="207"/>
          <ac:spMkLst>
            <pc:docMk/>
            <pc:sldMk cId="3964199749" sldId="260"/>
            <ac:spMk id="7" creationId="{3A739E92-330D-944C-ED3E-C7F02FA216B3}"/>
          </ac:spMkLst>
        </pc:spChg>
        <pc:picChg chg="add mod">
          <ac:chgData name="Neider Evil" userId="5f4bcd3b568567ce" providerId="LiveId" clId="{9BF617E6-7C83-48CE-9D08-0C458AAE359A}" dt="2025-11-12T22:24:17.304" v="276" actId="1076"/>
          <ac:picMkLst>
            <pc:docMk/>
            <pc:sldMk cId="3964199749" sldId="260"/>
            <ac:picMk id="4" creationId="{D096D16A-1BA1-2D62-71C2-242098D2A887}"/>
          </ac:picMkLst>
        </pc:picChg>
      </pc:sldChg>
      <pc:sldChg chg="modSp mod">
        <pc:chgData name="Neider Evil" userId="5f4bcd3b568567ce" providerId="LiveId" clId="{9BF617E6-7C83-48CE-9D08-0C458AAE359A}" dt="2025-11-12T19:13:12.948" v="13" actId="14100"/>
        <pc:sldMkLst>
          <pc:docMk/>
          <pc:sldMk cId="3324313383" sldId="262"/>
        </pc:sldMkLst>
        <pc:spChg chg="mod">
          <ac:chgData name="Neider Evil" userId="5f4bcd3b568567ce" providerId="LiveId" clId="{9BF617E6-7C83-48CE-9D08-0C458AAE359A}" dt="2025-11-12T19:13:08.546" v="12" actId="20577"/>
          <ac:spMkLst>
            <pc:docMk/>
            <pc:sldMk cId="3324313383" sldId="262"/>
            <ac:spMk id="7" creationId="{3A739E92-330D-944C-ED3E-C7F02FA216B3}"/>
          </ac:spMkLst>
        </pc:spChg>
        <pc:picChg chg="mod">
          <ac:chgData name="Neider Evil" userId="5f4bcd3b568567ce" providerId="LiveId" clId="{9BF617E6-7C83-48CE-9D08-0C458AAE359A}" dt="2025-11-12T19:13:12.948" v="13" actId="14100"/>
          <ac:picMkLst>
            <pc:docMk/>
            <pc:sldMk cId="3324313383" sldId="262"/>
            <ac:picMk id="3" creationId="{7E721246-104E-2776-A641-338AAF433EEA}"/>
          </ac:picMkLst>
        </pc:picChg>
      </pc:sldChg>
      <pc:sldChg chg="modSp mod">
        <pc:chgData name="Neider Evil" userId="5f4bcd3b568567ce" providerId="LiveId" clId="{9BF617E6-7C83-48CE-9D08-0C458AAE359A}" dt="2025-11-12T19:13:26.464" v="16" actId="14100"/>
        <pc:sldMkLst>
          <pc:docMk/>
          <pc:sldMk cId="1890491460" sldId="263"/>
        </pc:sldMkLst>
        <pc:spChg chg="mod">
          <ac:chgData name="Neider Evil" userId="5f4bcd3b568567ce" providerId="LiveId" clId="{9BF617E6-7C83-48CE-9D08-0C458AAE359A}" dt="2025-11-12T19:13:19.143" v="14" actId="1076"/>
          <ac:spMkLst>
            <pc:docMk/>
            <pc:sldMk cId="1890491460" sldId="263"/>
            <ac:spMk id="7" creationId="{3A739E92-330D-944C-ED3E-C7F02FA216B3}"/>
          </ac:spMkLst>
        </pc:spChg>
        <pc:picChg chg="mod">
          <ac:chgData name="Neider Evil" userId="5f4bcd3b568567ce" providerId="LiveId" clId="{9BF617E6-7C83-48CE-9D08-0C458AAE359A}" dt="2025-11-12T19:13:26.464" v="16" actId="14100"/>
          <ac:picMkLst>
            <pc:docMk/>
            <pc:sldMk cId="1890491460" sldId="263"/>
            <ac:picMk id="3" creationId="{058E5E7B-FB98-255D-0CC6-71F040C01080}"/>
          </ac:picMkLst>
        </pc:picChg>
      </pc:sldChg>
      <pc:sldChg chg="delSp modSp mod">
        <pc:chgData name="Neider Evil" userId="5f4bcd3b568567ce" providerId="LiveId" clId="{9BF617E6-7C83-48CE-9D08-0C458AAE359A}" dt="2025-11-12T19:15:11.550" v="62" actId="1076"/>
        <pc:sldMkLst>
          <pc:docMk/>
          <pc:sldMk cId="489174681" sldId="265"/>
        </pc:sldMkLst>
        <pc:spChg chg="mod">
          <ac:chgData name="Neider Evil" userId="5f4bcd3b568567ce" providerId="LiveId" clId="{9BF617E6-7C83-48CE-9D08-0C458AAE359A}" dt="2025-11-12T19:15:11.550" v="62" actId="1076"/>
          <ac:spMkLst>
            <pc:docMk/>
            <pc:sldMk cId="489174681" sldId="265"/>
            <ac:spMk id="19" creationId="{63A9F2E4-728D-64C4-9CFC-51AA9DD1E6D9}"/>
          </ac:spMkLst>
        </pc:spChg>
        <pc:spChg chg="del mod">
          <ac:chgData name="Neider Evil" userId="5f4bcd3b568567ce" providerId="LiveId" clId="{9BF617E6-7C83-48CE-9D08-0C458AAE359A}" dt="2025-11-12T19:14:49.141" v="47" actId="478"/>
          <ac:spMkLst>
            <pc:docMk/>
            <pc:sldMk cId="489174681" sldId="265"/>
            <ac:spMk id="20" creationId="{2FD0E485-C41C-552E-E6C8-94D6BA4BD1AA}"/>
          </ac:spMkLst>
        </pc:spChg>
        <pc:picChg chg="mod">
          <ac:chgData name="Neider Evil" userId="5f4bcd3b568567ce" providerId="LiveId" clId="{9BF617E6-7C83-48CE-9D08-0C458AAE359A}" dt="2025-11-12T19:14:51.812" v="48" actId="1076"/>
          <ac:picMkLst>
            <pc:docMk/>
            <pc:sldMk cId="489174681" sldId="265"/>
            <ac:picMk id="8" creationId="{8954D814-F2AF-7E97-19EC-D164DC58CCB2}"/>
          </ac:picMkLst>
        </pc:picChg>
        <pc:picChg chg="mod">
          <ac:chgData name="Neider Evil" userId="5f4bcd3b568567ce" providerId="LiveId" clId="{9BF617E6-7C83-48CE-9D08-0C458AAE359A}" dt="2025-11-12T19:14:54.588" v="49" actId="1076"/>
          <ac:picMkLst>
            <pc:docMk/>
            <pc:sldMk cId="489174681" sldId="265"/>
            <ac:picMk id="10" creationId="{1B8E698C-C7F3-3D4C-BF34-69E3CE436CEA}"/>
          </ac:picMkLst>
        </pc:picChg>
        <pc:picChg chg="mod">
          <ac:chgData name="Neider Evil" userId="5f4bcd3b568567ce" providerId="LiveId" clId="{9BF617E6-7C83-48CE-9D08-0C458AAE359A}" dt="2025-11-12T19:14:56.766" v="50" actId="1076"/>
          <ac:picMkLst>
            <pc:docMk/>
            <pc:sldMk cId="489174681" sldId="265"/>
            <ac:picMk id="12" creationId="{2BFE6175-8B24-B584-3C77-F13B718131D1}"/>
          </ac:picMkLst>
        </pc:picChg>
        <pc:picChg chg="del">
          <ac:chgData name="Neider Evil" userId="5f4bcd3b568567ce" providerId="LiveId" clId="{9BF617E6-7C83-48CE-9D08-0C458AAE359A}" dt="2025-11-12T19:14:45.101" v="45" actId="478"/>
          <ac:picMkLst>
            <pc:docMk/>
            <pc:sldMk cId="489174681" sldId="265"/>
            <ac:picMk id="14" creationId="{10EAAED8-F143-4E48-BA84-2D50746AB774}"/>
          </ac:picMkLst>
        </pc:picChg>
        <pc:picChg chg="del">
          <ac:chgData name="Neider Evil" userId="5f4bcd3b568567ce" providerId="LiveId" clId="{9BF617E6-7C83-48CE-9D08-0C458AAE359A}" dt="2025-11-12T19:14:44.678" v="44" actId="478"/>
          <ac:picMkLst>
            <pc:docMk/>
            <pc:sldMk cId="489174681" sldId="265"/>
            <ac:picMk id="16" creationId="{2750577E-B449-D3A0-2FC0-5554F3C88488}"/>
          </ac:picMkLst>
        </pc:picChg>
        <pc:picChg chg="del">
          <ac:chgData name="Neider Evil" userId="5f4bcd3b568567ce" providerId="LiveId" clId="{9BF617E6-7C83-48CE-9D08-0C458AAE359A}" dt="2025-11-12T19:14:44.132" v="43" actId="478"/>
          <ac:picMkLst>
            <pc:docMk/>
            <pc:sldMk cId="489174681" sldId="265"/>
            <ac:picMk id="18" creationId="{BF080063-FC5D-3F75-4DFA-C64CE8CBADB5}"/>
          </ac:picMkLst>
        </pc:picChg>
      </pc:sldChg>
      <pc:sldChg chg="del">
        <pc:chgData name="Neider Evil" userId="5f4bcd3b568567ce" providerId="LiveId" clId="{9BF617E6-7C83-48CE-9D08-0C458AAE359A}" dt="2025-11-12T19:17:56.020" v="101" actId="2696"/>
        <pc:sldMkLst>
          <pc:docMk/>
          <pc:sldMk cId="4158079731" sldId="266"/>
        </pc:sldMkLst>
      </pc:sldChg>
      <pc:sldChg chg="del">
        <pc:chgData name="Neider Evil" userId="5f4bcd3b568567ce" providerId="LiveId" clId="{9BF617E6-7C83-48CE-9D08-0C458AAE359A}" dt="2025-11-12T21:58:00.358" v="261" actId="47"/>
        <pc:sldMkLst>
          <pc:docMk/>
          <pc:sldMk cId="2904893737" sldId="267"/>
        </pc:sldMkLst>
      </pc:sldChg>
      <pc:sldChg chg="del">
        <pc:chgData name="Neider Evil" userId="5f4bcd3b568567ce" providerId="LiveId" clId="{9BF617E6-7C83-48CE-9D08-0C458AAE359A}" dt="2025-11-12T21:58:01.003" v="262" actId="47"/>
        <pc:sldMkLst>
          <pc:docMk/>
          <pc:sldMk cId="1266268508" sldId="268"/>
        </pc:sldMkLst>
      </pc:sldChg>
      <pc:sldChg chg="modSp mod">
        <pc:chgData name="Neider Evil" userId="5f4bcd3b568567ce" providerId="LiveId" clId="{9BF617E6-7C83-48CE-9D08-0C458AAE359A}" dt="2025-11-12T19:13:36.864" v="18" actId="14100"/>
        <pc:sldMkLst>
          <pc:docMk/>
          <pc:sldMk cId="2752457618" sldId="269"/>
        </pc:sldMkLst>
        <pc:spChg chg="mod">
          <ac:chgData name="Neider Evil" userId="5f4bcd3b568567ce" providerId="LiveId" clId="{9BF617E6-7C83-48CE-9D08-0C458AAE359A}" dt="2025-11-12T19:13:34.030" v="17" actId="1076"/>
          <ac:spMkLst>
            <pc:docMk/>
            <pc:sldMk cId="2752457618" sldId="269"/>
            <ac:spMk id="7" creationId="{3A739E92-330D-944C-ED3E-C7F02FA216B3}"/>
          </ac:spMkLst>
        </pc:spChg>
        <pc:picChg chg="mod">
          <ac:chgData name="Neider Evil" userId="5f4bcd3b568567ce" providerId="LiveId" clId="{9BF617E6-7C83-48CE-9D08-0C458AAE359A}" dt="2025-11-12T19:13:36.864" v="18" actId="14100"/>
          <ac:picMkLst>
            <pc:docMk/>
            <pc:sldMk cId="2752457618" sldId="269"/>
            <ac:picMk id="3" creationId="{B78895E0-6793-09D5-0F8C-1313E87EA39B}"/>
          </ac:picMkLst>
        </pc:picChg>
      </pc:sldChg>
      <pc:sldChg chg="addSp delSp modSp mod">
        <pc:chgData name="Neider Evil" userId="5f4bcd3b568567ce" providerId="LiveId" clId="{9BF617E6-7C83-48CE-9D08-0C458AAE359A}" dt="2025-11-12T21:56:45.756" v="260" actId="1076"/>
        <pc:sldMkLst>
          <pc:docMk/>
          <pc:sldMk cId="3405368746" sldId="270"/>
        </pc:sldMkLst>
        <pc:spChg chg="mod">
          <ac:chgData name="Neider Evil" userId="5f4bcd3b568567ce" providerId="LiveId" clId="{9BF617E6-7C83-48CE-9D08-0C458AAE359A}" dt="2025-11-12T21:34:31.692" v="197" actId="1076"/>
          <ac:spMkLst>
            <pc:docMk/>
            <pc:sldMk cId="3405368746" sldId="270"/>
            <ac:spMk id="2" creationId="{5E553B64-C3ED-0C6C-E62E-5D01886D2F33}"/>
          </ac:spMkLst>
        </pc:spChg>
        <pc:spChg chg="mod">
          <ac:chgData name="Neider Evil" userId="5f4bcd3b568567ce" providerId="LiveId" clId="{9BF617E6-7C83-48CE-9D08-0C458AAE359A}" dt="2025-11-12T21:35:00.912" v="204" actId="1076"/>
          <ac:spMkLst>
            <pc:docMk/>
            <pc:sldMk cId="3405368746" sldId="270"/>
            <ac:spMk id="7" creationId="{3A739E92-330D-944C-ED3E-C7F02FA216B3}"/>
          </ac:spMkLst>
        </pc:spChg>
        <pc:spChg chg="mod">
          <ac:chgData name="Neider Evil" userId="5f4bcd3b568567ce" providerId="LiveId" clId="{9BF617E6-7C83-48CE-9D08-0C458AAE359A}" dt="2025-11-12T21:38:55.234" v="212" actId="1076"/>
          <ac:spMkLst>
            <pc:docMk/>
            <pc:sldMk cId="3405368746" sldId="270"/>
            <ac:spMk id="11" creationId="{AFB3D553-73C1-277D-2E5B-207303ED776F}"/>
          </ac:spMkLst>
        </pc:spChg>
        <pc:spChg chg="mod">
          <ac:chgData name="Neider Evil" userId="5f4bcd3b568567ce" providerId="LiveId" clId="{9BF617E6-7C83-48CE-9D08-0C458AAE359A}" dt="2025-11-12T21:47:39.483" v="243" actId="21"/>
          <ac:spMkLst>
            <pc:docMk/>
            <pc:sldMk cId="3405368746" sldId="270"/>
            <ac:spMk id="12" creationId="{42CDC8FE-65A1-9DCF-0629-DEA0C82CF2D5}"/>
          </ac:spMkLst>
        </pc:spChg>
        <pc:spChg chg="mod">
          <ac:chgData name="Neider Evil" userId="5f4bcd3b568567ce" providerId="LiveId" clId="{9BF617E6-7C83-48CE-9D08-0C458AAE359A}" dt="2025-11-12T21:56:40.053" v="259" actId="20577"/>
          <ac:spMkLst>
            <pc:docMk/>
            <pc:sldMk cId="3405368746" sldId="270"/>
            <ac:spMk id="13" creationId="{356CBB53-EE33-1ED5-56E4-41972EECBA8F}"/>
          </ac:spMkLst>
        </pc:spChg>
        <pc:spChg chg="add mod">
          <ac:chgData name="Neider Evil" userId="5f4bcd3b568567ce" providerId="LiveId" clId="{9BF617E6-7C83-48CE-9D08-0C458AAE359A}" dt="2025-11-12T21:48:16.198" v="257" actId="14100"/>
          <ac:spMkLst>
            <pc:docMk/>
            <pc:sldMk cId="3405368746" sldId="270"/>
            <ac:spMk id="35" creationId="{F7607262-A2C4-63A0-BABE-9C4DD5B7A399}"/>
          </ac:spMkLst>
        </pc:spChg>
        <pc:picChg chg="add del mod">
          <ac:chgData name="Neider Evil" userId="5f4bcd3b568567ce" providerId="LiveId" clId="{9BF617E6-7C83-48CE-9D08-0C458AAE359A}" dt="2025-11-12T21:30:36.506" v="162" actId="478"/>
          <ac:picMkLst>
            <pc:docMk/>
            <pc:sldMk cId="3405368746" sldId="270"/>
            <ac:picMk id="4" creationId="{79F4E0FF-1485-C92D-5A21-DC6D8E581334}"/>
          </ac:picMkLst>
        </pc:picChg>
        <pc:picChg chg="add del mod">
          <ac:chgData name="Neider Evil" userId="5f4bcd3b568567ce" providerId="LiveId" clId="{9BF617E6-7C83-48CE-9D08-0C458AAE359A}" dt="2025-11-12T21:30:42.152" v="164" actId="478"/>
          <ac:picMkLst>
            <pc:docMk/>
            <pc:sldMk cId="3405368746" sldId="270"/>
            <ac:picMk id="8" creationId="{D11AB87E-C164-7090-010D-985B255DEF2B}"/>
          </ac:picMkLst>
        </pc:picChg>
        <pc:picChg chg="add mod">
          <ac:chgData name="Neider Evil" userId="5f4bcd3b568567ce" providerId="LiveId" clId="{9BF617E6-7C83-48CE-9D08-0C458AAE359A}" dt="2025-11-12T21:34:43.967" v="201" actId="1076"/>
          <ac:picMkLst>
            <pc:docMk/>
            <pc:sldMk cId="3405368746" sldId="270"/>
            <ac:picMk id="15" creationId="{CD894A49-A7F1-997A-A2CA-0C8C742DBEC5}"/>
          </ac:picMkLst>
        </pc:picChg>
        <pc:picChg chg="add del mod">
          <ac:chgData name="Neider Evil" userId="5f4bcd3b568567ce" providerId="LiveId" clId="{9BF617E6-7C83-48CE-9D08-0C458AAE359A}" dt="2025-11-12T21:30:33.994" v="161" actId="478"/>
          <ac:picMkLst>
            <pc:docMk/>
            <pc:sldMk cId="3405368746" sldId="270"/>
            <ac:picMk id="17" creationId="{E7E360B4-F3AB-4295-C743-F6A7F2134F9A}"/>
          </ac:picMkLst>
        </pc:picChg>
        <pc:picChg chg="add del mod">
          <ac:chgData name="Neider Evil" userId="5f4bcd3b568567ce" providerId="LiveId" clId="{9BF617E6-7C83-48CE-9D08-0C458AAE359A}" dt="2025-11-12T21:30:43.203" v="165" actId="478"/>
          <ac:picMkLst>
            <pc:docMk/>
            <pc:sldMk cId="3405368746" sldId="270"/>
            <ac:picMk id="19" creationId="{EB02E955-2FD1-D7F4-41E0-A891D6B9E99F}"/>
          </ac:picMkLst>
        </pc:picChg>
        <pc:picChg chg="add mod">
          <ac:chgData name="Neider Evil" userId="5f4bcd3b568567ce" providerId="LiveId" clId="{9BF617E6-7C83-48CE-9D08-0C458AAE359A}" dt="2025-11-12T21:32:57.468" v="180" actId="14100"/>
          <ac:picMkLst>
            <pc:docMk/>
            <pc:sldMk cId="3405368746" sldId="270"/>
            <ac:picMk id="21" creationId="{D1FF819B-9E45-C6A2-BDF0-EFE8E0E4B4CF}"/>
          </ac:picMkLst>
        </pc:picChg>
        <pc:picChg chg="add mod">
          <ac:chgData name="Neider Evil" userId="5f4bcd3b568567ce" providerId="LiveId" clId="{9BF617E6-7C83-48CE-9D08-0C458AAE359A}" dt="2025-11-12T21:34:47.895" v="202" actId="1076"/>
          <ac:picMkLst>
            <pc:docMk/>
            <pc:sldMk cId="3405368746" sldId="270"/>
            <ac:picMk id="23" creationId="{DCFA5835-50A9-3D05-F3E3-0A84C0ACC6D2}"/>
          </ac:picMkLst>
        </pc:picChg>
        <pc:picChg chg="add mod">
          <ac:chgData name="Neider Evil" userId="5f4bcd3b568567ce" providerId="LiveId" clId="{9BF617E6-7C83-48CE-9D08-0C458AAE359A}" dt="2025-11-12T21:35:30.780" v="205" actId="1076"/>
          <ac:picMkLst>
            <pc:docMk/>
            <pc:sldMk cId="3405368746" sldId="270"/>
            <ac:picMk id="25" creationId="{201F6A70-0132-7488-C3B8-A9D88919435B}"/>
          </ac:picMkLst>
        </pc:picChg>
        <pc:picChg chg="add del mod">
          <ac:chgData name="Neider Evil" userId="5f4bcd3b568567ce" providerId="LiveId" clId="{9BF617E6-7C83-48CE-9D08-0C458AAE359A}" dt="2025-11-12T21:39:20.616" v="216" actId="478"/>
          <ac:picMkLst>
            <pc:docMk/>
            <pc:sldMk cId="3405368746" sldId="270"/>
            <ac:picMk id="27" creationId="{22F7E7DF-A48A-9AE2-1EA6-1C93064CD1AF}"/>
          </ac:picMkLst>
        </pc:picChg>
        <pc:picChg chg="add mod">
          <ac:chgData name="Neider Evil" userId="5f4bcd3b568567ce" providerId="LiveId" clId="{9BF617E6-7C83-48CE-9D08-0C458AAE359A}" dt="2025-11-12T21:39:46.980" v="226" actId="1076"/>
          <ac:picMkLst>
            <pc:docMk/>
            <pc:sldMk cId="3405368746" sldId="270"/>
            <ac:picMk id="29" creationId="{B739BD05-7B8A-5784-23CB-9BA5D941F758}"/>
          </ac:picMkLst>
        </pc:picChg>
        <pc:picChg chg="add mod">
          <ac:chgData name="Neider Evil" userId="5f4bcd3b568567ce" providerId="LiveId" clId="{9BF617E6-7C83-48CE-9D08-0C458AAE359A}" dt="2025-11-12T21:39:56.296" v="229" actId="14100"/>
          <ac:picMkLst>
            <pc:docMk/>
            <pc:sldMk cId="3405368746" sldId="270"/>
            <ac:picMk id="31" creationId="{C8D6BC83-AB77-3853-1DEF-B3DD406F83BB}"/>
          </ac:picMkLst>
        </pc:picChg>
        <pc:picChg chg="add mod">
          <ac:chgData name="Neider Evil" userId="5f4bcd3b568567ce" providerId="LiveId" clId="{9BF617E6-7C83-48CE-9D08-0C458AAE359A}" dt="2025-11-12T21:56:45.756" v="260" actId="1076"/>
          <ac:picMkLst>
            <pc:docMk/>
            <pc:sldMk cId="3405368746" sldId="270"/>
            <ac:picMk id="33" creationId="{1D4EC1A9-5D41-0F66-1B17-38FDD80BB7CC}"/>
          </ac:picMkLst>
        </pc:picChg>
      </pc:sldChg>
      <pc:sldChg chg="delSp modSp add mod">
        <pc:chgData name="Neider Evil" userId="5f4bcd3b568567ce" providerId="LiveId" clId="{9BF617E6-7C83-48CE-9D08-0C458AAE359A}" dt="2025-11-12T19:17:38.203" v="100" actId="14100"/>
        <pc:sldMkLst>
          <pc:docMk/>
          <pc:sldMk cId="3488719140" sldId="271"/>
        </pc:sldMkLst>
        <pc:spChg chg="del">
          <ac:chgData name="Neider Evil" userId="5f4bcd3b568567ce" providerId="LiveId" clId="{9BF617E6-7C83-48CE-9D08-0C458AAE359A}" dt="2025-11-12T19:15:19" v="64" actId="478"/>
          <ac:spMkLst>
            <pc:docMk/>
            <pc:sldMk cId="3488719140" sldId="271"/>
            <ac:spMk id="19" creationId="{BB985AC6-B243-9554-CA09-1D14239ECDBE}"/>
          </ac:spMkLst>
        </pc:spChg>
        <pc:spChg chg="mod">
          <ac:chgData name="Neider Evil" userId="5f4bcd3b568567ce" providerId="LiveId" clId="{9BF617E6-7C83-48CE-9D08-0C458AAE359A}" dt="2025-11-12T19:16:41.435" v="78" actId="1076"/>
          <ac:spMkLst>
            <pc:docMk/>
            <pc:sldMk cId="3488719140" sldId="271"/>
            <ac:spMk id="20" creationId="{6A28F679-4DD0-044E-4187-549214535113}"/>
          </ac:spMkLst>
        </pc:spChg>
        <pc:picChg chg="del">
          <ac:chgData name="Neider Evil" userId="5f4bcd3b568567ce" providerId="LiveId" clId="{9BF617E6-7C83-48CE-9D08-0C458AAE359A}" dt="2025-11-12T19:15:17.018" v="63" actId="478"/>
          <ac:picMkLst>
            <pc:docMk/>
            <pc:sldMk cId="3488719140" sldId="271"/>
            <ac:picMk id="8" creationId="{1ECCC1B4-241E-2B3D-98E7-0A06AC9D29B0}"/>
          </ac:picMkLst>
        </pc:picChg>
        <pc:picChg chg="del">
          <ac:chgData name="Neider Evil" userId="5f4bcd3b568567ce" providerId="LiveId" clId="{9BF617E6-7C83-48CE-9D08-0C458AAE359A}" dt="2025-11-12T19:15:19.508" v="65" actId="478"/>
          <ac:picMkLst>
            <pc:docMk/>
            <pc:sldMk cId="3488719140" sldId="271"/>
            <ac:picMk id="10" creationId="{56CDA086-A3B4-3F16-984D-7F0DFF38305D}"/>
          </ac:picMkLst>
        </pc:picChg>
        <pc:picChg chg="del">
          <ac:chgData name="Neider Evil" userId="5f4bcd3b568567ce" providerId="LiveId" clId="{9BF617E6-7C83-48CE-9D08-0C458AAE359A}" dt="2025-11-12T19:15:19.950" v="66" actId="478"/>
          <ac:picMkLst>
            <pc:docMk/>
            <pc:sldMk cId="3488719140" sldId="271"/>
            <ac:picMk id="12" creationId="{5C1F7AD2-5191-C895-1EDC-EBED70E2A69B}"/>
          </ac:picMkLst>
        </pc:picChg>
        <pc:picChg chg="mod">
          <ac:chgData name="Neider Evil" userId="5f4bcd3b568567ce" providerId="LiveId" clId="{9BF617E6-7C83-48CE-9D08-0C458AAE359A}" dt="2025-11-12T19:17:26.903" v="96" actId="14100"/>
          <ac:picMkLst>
            <pc:docMk/>
            <pc:sldMk cId="3488719140" sldId="271"/>
            <ac:picMk id="14" creationId="{6B61DF72-51D9-56CC-2BA8-42887834DE3D}"/>
          </ac:picMkLst>
        </pc:picChg>
        <pc:picChg chg="mod">
          <ac:chgData name="Neider Evil" userId="5f4bcd3b568567ce" providerId="LiveId" clId="{9BF617E6-7C83-48CE-9D08-0C458AAE359A}" dt="2025-11-12T19:17:30.147" v="97" actId="1076"/>
          <ac:picMkLst>
            <pc:docMk/>
            <pc:sldMk cId="3488719140" sldId="271"/>
            <ac:picMk id="16" creationId="{51C58CD1-5522-648D-17F8-F242835D730C}"/>
          </ac:picMkLst>
        </pc:picChg>
        <pc:picChg chg="mod">
          <ac:chgData name="Neider Evil" userId="5f4bcd3b568567ce" providerId="LiveId" clId="{9BF617E6-7C83-48CE-9D08-0C458AAE359A}" dt="2025-11-12T19:17:38.203" v="100" actId="14100"/>
          <ac:picMkLst>
            <pc:docMk/>
            <pc:sldMk cId="3488719140" sldId="271"/>
            <ac:picMk id="18" creationId="{4955998A-2D50-C4F5-4BB5-592627BE05EF}"/>
          </ac:picMkLst>
        </pc:picChg>
      </pc:sldChg>
      <pc:sldMasterChg chg="modTransition modSldLayout">
        <pc:chgData name="Neider Evil" userId="5f4bcd3b568567ce" providerId="LiveId" clId="{9BF617E6-7C83-48CE-9D08-0C458AAE359A}" dt="2025-11-12T19:12:39.852" v="10"/>
        <pc:sldMasterMkLst>
          <pc:docMk/>
          <pc:sldMasterMk cId="3187269143" sldId="2147483660"/>
        </pc:sldMasterMkLst>
        <pc:sldLayoutChg chg="modTransition">
          <pc:chgData name="Neider Evil" userId="5f4bcd3b568567ce" providerId="LiveId" clId="{9BF617E6-7C83-48CE-9D08-0C458AAE359A}" dt="2025-11-12T19:12:39.852" v="10"/>
          <pc:sldLayoutMkLst>
            <pc:docMk/>
            <pc:sldMasterMk cId="3187269143" sldId="2147483660"/>
            <pc:sldLayoutMk cId="298895903" sldId="2147483661"/>
          </pc:sldLayoutMkLst>
        </pc:sldLayoutChg>
        <pc:sldLayoutChg chg="modTransition">
          <pc:chgData name="Neider Evil" userId="5f4bcd3b568567ce" providerId="LiveId" clId="{9BF617E6-7C83-48CE-9D08-0C458AAE359A}" dt="2025-11-12T19:12:39.852" v="10"/>
          <pc:sldLayoutMkLst>
            <pc:docMk/>
            <pc:sldMasterMk cId="3187269143" sldId="2147483660"/>
            <pc:sldLayoutMk cId="728170544" sldId="2147483662"/>
          </pc:sldLayoutMkLst>
        </pc:sldLayoutChg>
        <pc:sldLayoutChg chg="modTransition">
          <pc:chgData name="Neider Evil" userId="5f4bcd3b568567ce" providerId="LiveId" clId="{9BF617E6-7C83-48CE-9D08-0C458AAE359A}" dt="2025-11-12T19:12:39.852" v="10"/>
          <pc:sldLayoutMkLst>
            <pc:docMk/>
            <pc:sldMasterMk cId="3187269143" sldId="2147483660"/>
            <pc:sldLayoutMk cId="3135841422" sldId="2147483663"/>
          </pc:sldLayoutMkLst>
        </pc:sldLayoutChg>
        <pc:sldLayoutChg chg="modTransition">
          <pc:chgData name="Neider Evil" userId="5f4bcd3b568567ce" providerId="LiveId" clId="{9BF617E6-7C83-48CE-9D08-0C458AAE359A}" dt="2025-11-12T19:12:39.852" v="10"/>
          <pc:sldLayoutMkLst>
            <pc:docMk/>
            <pc:sldMasterMk cId="3187269143" sldId="2147483660"/>
            <pc:sldLayoutMk cId="1543985276" sldId="2147483664"/>
          </pc:sldLayoutMkLst>
        </pc:sldLayoutChg>
        <pc:sldLayoutChg chg="modTransition">
          <pc:chgData name="Neider Evil" userId="5f4bcd3b568567ce" providerId="LiveId" clId="{9BF617E6-7C83-48CE-9D08-0C458AAE359A}" dt="2025-11-12T19:12:39.852" v="10"/>
          <pc:sldLayoutMkLst>
            <pc:docMk/>
            <pc:sldMasterMk cId="3187269143" sldId="2147483660"/>
            <pc:sldLayoutMk cId="4254556326" sldId="2147483665"/>
          </pc:sldLayoutMkLst>
        </pc:sldLayoutChg>
        <pc:sldLayoutChg chg="modTransition">
          <pc:chgData name="Neider Evil" userId="5f4bcd3b568567ce" providerId="LiveId" clId="{9BF617E6-7C83-48CE-9D08-0C458AAE359A}" dt="2025-11-12T19:12:39.852" v="10"/>
          <pc:sldLayoutMkLst>
            <pc:docMk/>
            <pc:sldMasterMk cId="3187269143" sldId="2147483660"/>
            <pc:sldLayoutMk cId="2562496360" sldId="2147483666"/>
          </pc:sldLayoutMkLst>
        </pc:sldLayoutChg>
        <pc:sldLayoutChg chg="modTransition">
          <pc:chgData name="Neider Evil" userId="5f4bcd3b568567ce" providerId="LiveId" clId="{9BF617E6-7C83-48CE-9D08-0C458AAE359A}" dt="2025-11-12T19:12:39.852" v="10"/>
          <pc:sldLayoutMkLst>
            <pc:docMk/>
            <pc:sldMasterMk cId="3187269143" sldId="2147483660"/>
            <pc:sldLayoutMk cId="394899680" sldId="2147483667"/>
          </pc:sldLayoutMkLst>
        </pc:sldLayoutChg>
        <pc:sldLayoutChg chg="modTransition">
          <pc:chgData name="Neider Evil" userId="5f4bcd3b568567ce" providerId="LiveId" clId="{9BF617E6-7C83-48CE-9D08-0C458AAE359A}" dt="2025-11-12T19:12:39.852" v="10"/>
          <pc:sldLayoutMkLst>
            <pc:docMk/>
            <pc:sldMasterMk cId="3187269143" sldId="2147483660"/>
            <pc:sldLayoutMk cId="2371363519" sldId="2147483668"/>
          </pc:sldLayoutMkLst>
        </pc:sldLayoutChg>
        <pc:sldLayoutChg chg="modTransition">
          <pc:chgData name="Neider Evil" userId="5f4bcd3b568567ce" providerId="LiveId" clId="{9BF617E6-7C83-48CE-9D08-0C458AAE359A}" dt="2025-11-12T19:12:39.852" v="10"/>
          <pc:sldLayoutMkLst>
            <pc:docMk/>
            <pc:sldMasterMk cId="3187269143" sldId="2147483660"/>
            <pc:sldLayoutMk cId="1097078528" sldId="2147483669"/>
          </pc:sldLayoutMkLst>
        </pc:sldLayoutChg>
        <pc:sldLayoutChg chg="modTransition">
          <pc:chgData name="Neider Evil" userId="5f4bcd3b568567ce" providerId="LiveId" clId="{9BF617E6-7C83-48CE-9D08-0C458AAE359A}" dt="2025-11-12T19:12:39.852" v="10"/>
          <pc:sldLayoutMkLst>
            <pc:docMk/>
            <pc:sldMasterMk cId="3187269143" sldId="2147483660"/>
            <pc:sldLayoutMk cId="3991387706" sldId="2147483676"/>
          </pc:sldLayoutMkLst>
        </pc:sldLayoutChg>
        <pc:sldLayoutChg chg="modTransition">
          <pc:chgData name="Neider Evil" userId="5f4bcd3b568567ce" providerId="LiveId" clId="{9BF617E6-7C83-48CE-9D08-0C458AAE359A}" dt="2025-11-12T19:12:39.852" v="10"/>
          <pc:sldLayoutMkLst>
            <pc:docMk/>
            <pc:sldMasterMk cId="3187269143" sldId="2147483660"/>
            <pc:sldLayoutMk cId="4287802438" sldId="2147483677"/>
          </pc:sldLayoutMkLst>
        </pc:sldLayoutChg>
      </pc:sldMasterChg>
      <pc:sldMasterChg chg="modTransition modSldLayout">
        <pc:chgData name="Neider Evil" userId="5f4bcd3b568567ce" providerId="LiveId" clId="{9BF617E6-7C83-48CE-9D08-0C458AAE359A}" dt="2025-11-12T19:12:44.665" v="11"/>
        <pc:sldMasterMkLst>
          <pc:docMk/>
          <pc:sldMasterMk cId="2102751531" sldId="2147483678"/>
        </pc:sldMasterMkLst>
        <pc:sldLayoutChg chg="modTransition">
          <pc:chgData name="Neider Evil" userId="5f4bcd3b568567ce" providerId="LiveId" clId="{9BF617E6-7C83-48CE-9D08-0C458AAE359A}" dt="2025-11-12T19:12:44.665" v="11"/>
          <pc:sldLayoutMkLst>
            <pc:docMk/>
            <pc:sldMasterMk cId="2102751531" sldId="2147483678"/>
            <pc:sldLayoutMk cId="2171168680" sldId="2147483679"/>
          </pc:sldLayoutMkLst>
        </pc:sldLayoutChg>
        <pc:sldLayoutChg chg="modTransition">
          <pc:chgData name="Neider Evil" userId="5f4bcd3b568567ce" providerId="LiveId" clId="{9BF617E6-7C83-48CE-9D08-0C458AAE359A}" dt="2025-11-12T19:12:44.665" v="11"/>
          <pc:sldLayoutMkLst>
            <pc:docMk/>
            <pc:sldMasterMk cId="2102751531" sldId="2147483678"/>
            <pc:sldLayoutMk cId="1945439609" sldId="2147483680"/>
          </pc:sldLayoutMkLst>
        </pc:sldLayoutChg>
        <pc:sldLayoutChg chg="modTransition">
          <pc:chgData name="Neider Evil" userId="5f4bcd3b568567ce" providerId="LiveId" clId="{9BF617E6-7C83-48CE-9D08-0C458AAE359A}" dt="2025-11-12T19:12:44.665" v="11"/>
          <pc:sldLayoutMkLst>
            <pc:docMk/>
            <pc:sldMasterMk cId="2102751531" sldId="2147483678"/>
            <pc:sldLayoutMk cId="2489681543" sldId="2147483681"/>
          </pc:sldLayoutMkLst>
        </pc:sldLayoutChg>
        <pc:sldLayoutChg chg="modTransition">
          <pc:chgData name="Neider Evil" userId="5f4bcd3b568567ce" providerId="LiveId" clId="{9BF617E6-7C83-48CE-9D08-0C458AAE359A}" dt="2025-11-12T19:12:44.665" v="11"/>
          <pc:sldLayoutMkLst>
            <pc:docMk/>
            <pc:sldMasterMk cId="2102751531" sldId="2147483678"/>
            <pc:sldLayoutMk cId="160677266" sldId="2147483682"/>
          </pc:sldLayoutMkLst>
        </pc:sldLayoutChg>
        <pc:sldLayoutChg chg="modTransition">
          <pc:chgData name="Neider Evil" userId="5f4bcd3b568567ce" providerId="LiveId" clId="{9BF617E6-7C83-48CE-9D08-0C458AAE359A}" dt="2025-11-12T19:12:44.665" v="11"/>
          <pc:sldLayoutMkLst>
            <pc:docMk/>
            <pc:sldMasterMk cId="2102751531" sldId="2147483678"/>
            <pc:sldLayoutMk cId="1631711554" sldId="2147483683"/>
          </pc:sldLayoutMkLst>
        </pc:sldLayoutChg>
        <pc:sldLayoutChg chg="modTransition">
          <pc:chgData name="Neider Evil" userId="5f4bcd3b568567ce" providerId="LiveId" clId="{9BF617E6-7C83-48CE-9D08-0C458AAE359A}" dt="2025-11-12T19:12:44.665" v="11"/>
          <pc:sldLayoutMkLst>
            <pc:docMk/>
            <pc:sldMasterMk cId="2102751531" sldId="2147483678"/>
            <pc:sldLayoutMk cId="3995697006" sldId="2147483684"/>
          </pc:sldLayoutMkLst>
        </pc:sldLayoutChg>
        <pc:sldLayoutChg chg="modTransition">
          <pc:chgData name="Neider Evil" userId="5f4bcd3b568567ce" providerId="LiveId" clId="{9BF617E6-7C83-48CE-9D08-0C458AAE359A}" dt="2025-11-12T19:12:44.665" v="11"/>
          <pc:sldLayoutMkLst>
            <pc:docMk/>
            <pc:sldMasterMk cId="2102751531" sldId="2147483678"/>
            <pc:sldLayoutMk cId="2033499975" sldId="2147483685"/>
          </pc:sldLayoutMkLst>
        </pc:sldLayoutChg>
        <pc:sldLayoutChg chg="modTransition">
          <pc:chgData name="Neider Evil" userId="5f4bcd3b568567ce" providerId="LiveId" clId="{9BF617E6-7C83-48CE-9D08-0C458AAE359A}" dt="2025-11-12T19:12:44.665" v="11"/>
          <pc:sldLayoutMkLst>
            <pc:docMk/>
            <pc:sldMasterMk cId="2102751531" sldId="2147483678"/>
            <pc:sldLayoutMk cId="2905203657" sldId="2147483686"/>
          </pc:sldLayoutMkLst>
        </pc:sldLayoutChg>
        <pc:sldLayoutChg chg="modTransition">
          <pc:chgData name="Neider Evil" userId="5f4bcd3b568567ce" providerId="LiveId" clId="{9BF617E6-7C83-48CE-9D08-0C458AAE359A}" dt="2025-11-12T19:12:44.665" v="11"/>
          <pc:sldLayoutMkLst>
            <pc:docMk/>
            <pc:sldMasterMk cId="2102751531" sldId="2147483678"/>
            <pc:sldLayoutMk cId="2251164056" sldId="2147483687"/>
          </pc:sldLayoutMkLst>
        </pc:sldLayoutChg>
        <pc:sldLayoutChg chg="modTransition">
          <pc:chgData name="Neider Evil" userId="5f4bcd3b568567ce" providerId="LiveId" clId="{9BF617E6-7C83-48CE-9D08-0C458AAE359A}" dt="2025-11-12T19:12:44.665" v="11"/>
          <pc:sldLayoutMkLst>
            <pc:docMk/>
            <pc:sldMasterMk cId="2102751531" sldId="2147483678"/>
            <pc:sldLayoutMk cId="3369057129" sldId="2147483694"/>
          </pc:sldLayoutMkLst>
        </pc:sldLayoutChg>
        <pc:sldLayoutChg chg="modTransition">
          <pc:chgData name="Neider Evil" userId="5f4bcd3b568567ce" providerId="LiveId" clId="{9BF617E6-7C83-48CE-9D08-0C458AAE359A}" dt="2025-11-12T19:12:44.665" v="11"/>
          <pc:sldLayoutMkLst>
            <pc:docMk/>
            <pc:sldMasterMk cId="2102751531" sldId="2147483678"/>
            <pc:sldLayoutMk cId="1749603495" sldId="2147483695"/>
          </pc:sldLayoutMkLst>
        </pc:sldLayoutChg>
      </pc:sldMasterChg>
    </pc:docChg>
  </pc:docChgLst>
  <pc:docChgLst>
    <pc:chgData name="Keila Martinez" userId="8081de8e48fdd331" providerId="LiveId" clId="{4549AD4A-B505-4C4F-A723-13450FA74637}"/>
    <pc:docChg chg="undo custSel modSld">
      <pc:chgData name="Keila Martinez" userId="8081de8e48fdd331" providerId="LiveId" clId="{4549AD4A-B505-4C4F-A723-13450FA74637}" dt="2025-10-15T06:34:29.360" v="102" actId="20577"/>
      <pc:docMkLst>
        <pc:docMk/>
      </pc:docMkLst>
      <pc:sldChg chg="addSp delSp modSp mod delAnim">
        <pc:chgData name="Keila Martinez" userId="8081de8e48fdd331" providerId="LiveId" clId="{4549AD4A-B505-4C4F-A723-13450FA74637}" dt="2025-10-15T06:34:29.360" v="102" actId="20577"/>
        <pc:sldMkLst>
          <pc:docMk/>
          <pc:sldMk cId="489174681" sldId="265"/>
        </pc:sldMkLst>
        <pc:spChg chg="add mod">
          <ac:chgData name="Keila Martinez" userId="8081de8e48fdd331" providerId="LiveId" clId="{4549AD4A-B505-4C4F-A723-13450FA74637}" dt="2025-10-15T06:34:18.642" v="88" actId="20577"/>
          <ac:spMkLst>
            <pc:docMk/>
            <pc:sldMk cId="489174681" sldId="265"/>
            <ac:spMk id="19" creationId="{63A9F2E4-728D-64C4-9CFC-51AA9DD1E6D9}"/>
          </ac:spMkLst>
        </pc:spChg>
        <pc:picChg chg="add mod">
          <ac:chgData name="Keila Martinez" userId="8081de8e48fdd331" providerId="LiveId" clId="{4549AD4A-B505-4C4F-A723-13450FA74637}" dt="2025-10-15T06:33:41.438" v="63" actId="1076"/>
          <ac:picMkLst>
            <pc:docMk/>
            <pc:sldMk cId="489174681" sldId="265"/>
            <ac:picMk id="8" creationId="{8954D814-F2AF-7E97-19EC-D164DC58CCB2}"/>
          </ac:picMkLst>
        </pc:picChg>
        <pc:picChg chg="add mod">
          <ac:chgData name="Keila Martinez" userId="8081de8e48fdd331" providerId="LiveId" clId="{4549AD4A-B505-4C4F-A723-13450FA74637}" dt="2025-10-15T06:33:45.600" v="64" actId="1076"/>
          <ac:picMkLst>
            <pc:docMk/>
            <pc:sldMk cId="489174681" sldId="265"/>
            <ac:picMk id="10" creationId="{1B8E698C-C7F3-3D4C-BF34-69E3CE436CEA}"/>
          </ac:picMkLst>
        </pc:picChg>
        <pc:picChg chg="add mod">
          <ac:chgData name="Keila Martinez" userId="8081de8e48fdd331" providerId="LiveId" clId="{4549AD4A-B505-4C4F-A723-13450FA74637}" dt="2025-10-15T06:33:49.807" v="65" actId="1076"/>
          <ac:picMkLst>
            <pc:docMk/>
            <pc:sldMk cId="489174681" sldId="265"/>
            <ac:picMk id="12" creationId="{2BFE6175-8B24-B584-3C77-F13B718131D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1168680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45439609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89681543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0677266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31711554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5697006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33499975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5203657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1164056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481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5664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0315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26952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571588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0591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69057129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49603495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04-12-2025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27515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ransition spd="slow">
    <p:wipe/>
  </p:transition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sv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.svg"/><Relationship Id="rId7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-492368" y="1487157"/>
            <a:ext cx="1291213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>
                <a:latin typeface="Aharoni" panose="020F0502020204030204" pitchFamily="2" charset="-79"/>
                <a:cs typeface="Aharoni" panose="020F0502020204030204" pitchFamily="2" charset="-79"/>
              </a:rPr>
              <a:t>“TICKET FAST”</a:t>
            </a:r>
          </a:p>
        </p:txBody>
      </p:sp>
      <p:pic>
        <p:nvPicPr>
          <p:cNvPr id="3" name="Imagen 2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81C291EA-9B60-E242-A708-CA652FB76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18" y="3283150"/>
            <a:ext cx="3504720" cy="2636505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C3920EB5-C95F-619B-8ED3-4FF039CDD4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8148" y="201945"/>
            <a:ext cx="3847143" cy="864213"/>
          </a:xfrm>
          <a:prstGeom prst="rect">
            <a:avLst/>
          </a:prstGeom>
        </p:spPr>
      </p:pic>
      <p:pic>
        <p:nvPicPr>
          <p:cNvPr id="7" name="Imagen 6" descr="Logotipo&#10;&#10;El contenido generado por IA puede ser incorrecto.">
            <a:extLst>
              <a:ext uri="{FF2B5EF4-FFF2-40B4-BE49-F238E27FC236}">
                <a16:creationId xmlns:a16="http://schemas.microsoft.com/office/drawing/2014/main" id="{D6F856CD-D755-226B-7593-C1A014BF853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39" y="5427627"/>
            <a:ext cx="2857500" cy="1609725"/>
          </a:xfrm>
          <a:prstGeom prst="rect">
            <a:avLst/>
          </a:prstGeom>
        </p:spPr>
      </p:pic>
      <p:pic>
        <p:nvPicPr>
          <p:cNvPr id="9" name="Imagen 8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567ED792-4ADD-03BA-D11D-1E9C383992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69" y="2480730"/>
            <a:ext cx="3390621" cy="339062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42F115A-930F-438E-81A7-A7F324C15322}"/>
              </a:ext>
            </a:extLst>
          </p:cNvPr>
          <p:cNvSpPr txBox="1"/>
          <p:nvPr/>
        </p:nvSpPr>
        <p:spPr>
          <a:xfrm>
            <a:off x="8738558" y="5132717"/>
            <a:ext cx="33643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Nombre: Luis García de la Huerta Paredes.</a:t>
            </a:r>
          </a:p>
          <a:p>
            <a:r>
              <a:rPr lang="es-ES" dirty="0"/>
              <a:t>Asignatura: </a:t>
            </a:r>
            <a:r>
              <a:rPr lang="es-ES" dirty="0" err="1"/>
              <a:t>Capstone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D13DC-60CD-6632-558F-1B9D794A4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BE5CC5D-D708-A585-0A0C-FD5B518F8898}"/>
              </a:ext>
            </a:extLst>
          </p:cNvPr>
          <p:cNvSpPr txBox="1"/>
          <p:nvPr/>
        </p:nvSpPr>
        <p:spPr>
          <a:xfrm>
            <a:off x="-1832147" y="43117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Situación Actual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CEB2C953-4CB2-453D-5538-D700A99E6F7F}"/>
              </a:ext>
            </a:extLst>
          </p:cNvPr>
          <p:cNvSpPr/>
          <p:nvPr/>
        </p:nvSpPr>
        <p:spPr>
          <a:xfrm>
            <a:off x="6189645" y="1572206"/>
            <a:ext cx="5774735" cy="4697720"/>
          </a:xfrm>
          <a:prstGeom prst="roundRect">
            <a:avLst>
              <a:gd name="adj" fmla="val 10901"/>
            </a:avLst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t" anchorCtr="0"/>
          <a:lstStyle/>
          <a:p>
            <a:endParaRPr lang="es-MX" sz="2000" u="sng" dirty="0">
              <a:solidFill>
                <a:schemeClr val="tx1"/>
              </a:solidFill>
            </a:endParaRPr>
          </a:p>
          <a:p>
            <a:pPr algn="just"/>
            <a:r>
              <a:rPr lang="es-MX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soporte técnico en hoteles se gestiona de manera informal, a través de llamadas, mensajes o avisos verbales entre el personal. Esta dinámica genera pérdida de trazabilidad, duplicación de problemas, falta de control sobre los tiempos de resolución y escasa visibilidad para la toma de decisiones. Además, no existe un sistema que permita registrar, clasificar y seguir el estado de cada solicitud técnica, lo que afecta la eficiencia operativa y la experiencia del usuario interno</a:t>
            </a:r>
            <a:r>
              <a:rPr lang="es-MX" sz="2400" dirty="0">
                <a:solidFill>
                  <a:schemeClr val="tx1"/>
                </a:solidFill>
              </a:rPr>
              <a:t>.</a:t>
            </a:r>
          </a:p>
          <a:p>
            <a:pPr lvl="0" algn="ctr"/>
            <a:endParaRPr lang="es-CL" sz="1800" u="sng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2F286C67-995C-7C6B-88DF-C22873771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8148" y="201945"/>
            <a:ext cx="3847143" cy="864213"/>
          </a:xfrm>
          <a:prstGeom prst="rect">
            <a:avLst/>
          </a:prstGeom>
        </p:spPr>
      </p:pic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F942B46D-01E7-6D2C-B39D-100102561C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95" y="1345725"/>
            <a:ext cx="2762894" cy="1510382"/>
          </a:xfrm>
          <a:prstGeom prst="rect">
            <a:avLst/>
          </a:prstGeom>
        </p:spPr>
      </p:pic>
      <p:pic>
        <p:nvPicPr>
          <p:cNvPr id="12" name="Imagen 11" descr="Imagen que contiene exterior, edificio, árbol, palma&#10;&#10;El contenido generado por IA puede ser incorrecto.">
            <a:extLst>
              <a:ext uri="{FF2B5EF4-FFF2-40B4-BE49-F238E27FC236}">
                <a16:creationId xmlns:a16="http://schemas.microsoft.com/office/drawing/2014/main" id="{0EE1A704-0D31-F5F3-6811-6EF05C6D1E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95" y="3031919"/>
            <a:ext cx="2349829" cy="3238007"/>
          </a:xfrm>
          <a:prstGeom prst="rect">
            <a:avLst/>
          </a:prstGeom>
        </p:spPr>
      </p:pic>
      <p:pic>
        <p:nvPicPr>
          <p:cNvPr id="6" name="Imagen 5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5DBBA39F-92C2-AD21-373A-B68714EDDF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907" y="4150955"/>
            <a:ext cx="3032449" cy="2342567"/>
          </a:xfrm>
          <a:prstGeom prst="rect">
            <a:avLst/>
          </a:prstGeom>
        </p:spPr>
      </p:pic>
      <p:pic>
        <p:nvPicPr>
          <p:cNvPr id="11" name="Imagen 10" descr="Icono&#10;&#10;El contenido generado por IA puede ser incorrecto.">
            <a:extLst>
              <a:ext uri="{FF2B5EF4-FFF2-40B4-BE49-F238E27FC236}">
                <a16:creationId xmlns:a16="http://schemas.microsoft.com/office/drawing/2014/main" id="{597D09DD-A5E3-6909-1921-6123C10EAD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502" y="5954737"/>
            <a:ext cx="903263" cy="903263"/>
          </a:xfrm>
          <a:prstGeom prst="rect">
            <a:avLst/>
          </a:prstGeom>
        </p:spPr>
      </p:pic>
      <p:pic>
        <p:nvPicPr>
          <p:cNvPr id="14" name="Imagen 13" descr="Logotipo&#10;&#10;El contenido generado por IA puede ser incorrecto.">
            <a:extLst>
              <a:ext uri="{FF2B5EF4-FFF2-40B4-BE49-F238E27FC236}">
                <a16:creationId xmlns:a16="http://schemas.microsoft.com/office/drawing/2014/main" id="{64DF7D3A-FE88-7196-265B-C91A016C9FA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2278" y="1535761"/>
            <a:ext cx="2342567" cy="234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3467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-1832147" y="43117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Propuesta de Solución</a:t>
            </a:r>
            <a:endParaRPr lang="es-CL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729199" y="1428031"/>
            <a:ext cx="5310401" cy="4530810"/>
          </a:xfrm>
          <a:prstGeom prst="roundRect">
            <a:avLst>
              <a:gd name="adj" fmla="val 10901"/>
            </a:avLst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t" anchorCtr="0"/>
          <a:lstStyle/>
          <a:p>
            <a:pPr lvl="0" algn="ctr"/>
            <a:endParaRPr lang="es-MX" sz="2000" u="sng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sz="2000" dirty="0">
                <a:solidFill>
                  <a:schemeClr val="tx1"/>
                </a:solidFill>
              </a:rPr>
              <a:t>un sistema de gestión de tickets en tiempo real potenciado con </a:t>
            </a:r>
            <a:r>
              <a:rPr lang="es-MX" sz="2000" b="1" dirty="0">
                <a:solidFill>
                  <a:schemeClr val="tx1"/>
                </a:solidFill>
              </a:rPr>
              <a:t>inteligencia artificial y machine </a:t>
            </a:r>
            <a:r>
              <a:rPr lang="es-MX" sz="2000" b="1" dirty="0" err="1">
                <a:solidFill>
                  <a:schemeClr val="tx1"/>
                </a:solidFill>
              </a:rPr>
              <a:t>learning</a:t>
            </a:r>
            <a:r>
              <a:rPr lang="es-MX" sz="2000" dirty="0">
                <a:solidFill>
                  <a:schemeClr val="tx1"/>
                </a:solidFill>
              </a:rPr>
              <a:t> que transforma la gestión caótica de soporte técnico en un proceso estructurado, eficiente y predecible. La plataforma registra automáticamente cada solicitud, clasifica su urgencia mediante modelos de </a:t>
            </a:r>
            <a:r>
              <a:rPr lang="es-MX" sz="2000" b="1" dirty="0">
                <a:solidFill>
                  <a:schemeClr val="tx1"/>
                </a:solidFill>
              </a:rPr>
              <a:t>NLP (Procesamiento de Lenguaje Natural)</a:t>
            </a:r>
            <a:r>
              <a:rPr lang="es-MX" sz="2000" dirty="0">
                <a:solidFill>
                  <a:schemeClr val="tx1"/>
                </a:solidFill>
              </a:rPr>
              <a:t> que analizan el contenido y contexto, prioriza tareas con algoritmos de </a:t>
            </a:r>
            <a:r>
              <a:rPr lang="es-MX" sz="2000" b="1" dirty="0">
                <a:solidFill>
                  <a:schemeClr val="tx1"/>
                </a:solidFill>
              </a:rPr>
              <a:t>aprendizaje</a:t>
            </a:r>
            <a:endParaRPr lang="es-CL" sz="2000" dirty="0">
              <a:solidFill>
                <a:schemeClr val="tx1"/>
              </a:solidFill>
            </a:endParaRP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73A19349-EEF2-D71B-9EB7-B46891371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8148" y="201945"/>
            <a:ext cx="3847143" cy="864213"/>
          </a:xfrm>
          <a:prstGeom prst="rect">
            <a:avLst/>
          </a:prstGeom>
        </p:spPr>
      </p:pic>
      <p:pic>
        <p:nvPicPr>
          <p:cNvPr id="14" name="Imagen 13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42C33E10-D59D-D5F3-3006-7C69AAAC3D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90" y="3938414"/>
            <a:ext cx="3382503" cy="2212721"/>
          </a:xfrm>
          <a:prstGeom prst="rect">
            <a:avLst/>
          </a:prstGeom>
        </p:spPr>
      </p:pic>
      <p:pic>
        <p:nvPicPr>
          <p:cNvPr id="16" name="Imagen 15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93ECDB75-02C9-FC5F-82EB-D29EB95399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" y="1636036"/>
            <a:ext cx="3535681" cy="2057400"/>
          </a:xfrm>
          <a:prstGeom prst="rect">
            <a:avLst/>
          </a:prstGeom>
        </p:spPr>
      </p:pic>
      <p:pic>
        <p:nvPicPr>
          <p:cNvPr id="18" name="Imagen 17" descr="Icono&#10;&#10;El contenido generado por IA puede ser incorrecto.">
            <a:extLst>
              <a:ext uri="{FF2B5EF4-FFF2-40B4-BE49-F238E27FC236}">
                <a16:creationId xmlns:a16="http://schemas.microsoft.com/office/drawing/2014/main" id="{5FE2DA3C-527E-B779-ABE7-D304D2B792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52" y="2715931"/>
            <a:ext cx="2152188" cy="215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 General</a:t>
            </a:r>
            <a:endParaRPr lang="es-CL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33B57D9-BF13-9372-D021-14655CF00C4C}"/>
              </a:ext>
            </a:extLst>
          </p:cNvPr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 Específicos</a:t>
            </a:r>
            <a:endParaRPr lang="es-CL" dirty="0"/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08D4A171-2FE3-5173-34E6-9DC3D74E7376}"/>
              </a:ext>
            </a:extLst>
          </p:cNvPr>
          <p:cNvSpPr/>
          <p:nvPr/>
        </p:nvSpPr>
        <p:spPr>
          <a:xfrm>
            <a:off x="614515" y="2040571"/>
            <a:ext cx="10962967" cy="1575221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Desarrollar un sistema que permita gestionar solicitudes técnicas en hoteles de forma estructurada, segura y trazable, mejorando los tiempos de respuesta y la eficiencia operativa.</a:t>
            </a:r>
            <a:endParaRPr lang="es-CL" dirty="0">
              <a:solidFill>
                <a:schemeClr val="tx1"/>
              </a:solidFill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97DA5C8A-86FD-5718-4F4A-F3744CAB9C7B}"/>
              </a:ext>
            </a:extLst>
          </p:cNvPr>
          <p:cNvSpPr/>
          <p:nvPr/>
        </p:nvSpPr>
        <p:spPr>
          <a:xfrm>
            <a:off x="614514" y="4811043"/>
            <a:ext cx="10962967" cy="1575221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s-MX" dirty="0">
                <a:solidFill>
                  <a:schemeClr val="tx1"/>
                </a:solidFill>
              </a:rPr>
              <a:t>Levantar requerimientos funcionales y no funcionales del sistema. Diseñar prototipos en </a:t>
            </a:r>
            <a:r>
              <a:rPr lang="es-MX" dirty="0" err="1">
                <a:solidFill>
                  <a:schemeClr val="tx1"/>
                </a:solidFill>
              </a:rPr>
              <a:t>Figma</a:t>
            </a:r>
            <a:r>
              <a:rPr lang="es-MX" dirty="0">
                <a:solidFill>
                  <a:schemeClr val="tx1"/>
                </a:solidFill>
              </a:rPr>
              <a:t> y modelo de datos en </a:t>
            </a:r>
            <a:r>
              <a:rPr lang="es-MX" dirty="0" err="1">
                <a:solidFill>
                  <a:schemeClr val="tx1"/>
                </a:solidFill>
              </a:rPr>
              <a:t>Supabase</a:t>
            </a:r>
            <a:r>
              <a:rPr lang="es-MX" dirty="0">
                <a:solidFill>
                  <a:schemeClr val="tx1"/>
                </a:solidFill>
              </a:rPr>
              <a:t>. Implementar el flujo CRUD de tickets con Next.js. Configurar autenticación por rol con </a:t>
            </a:r>
            <a:r>
              <a:rPr lang="es-MX" dirty="0" err="1">
                <a:solidFill>
                  <a:schemeClr val="tx1"/>
                </a:solidFill>
              </a:rPr>
              <a:t>NextAuth</a:t>
            </a:r>
            <a:r>
              <a:rPr lang="es-MX" dirty="0">
                <a:solidFill>
                  <a:schemeClr val="tx1"/>
                </a:solidFill>
              </a:rPr>
              <a:t> y RLS. Desarrollar dashboard con métricas dinámicas usando </a:t>
            </a:r>
            <a:r>
              <a:rPr lang="es-MX" dirty="0" err="1">
                <a:solidFill>
                  <a:schemeClr val="tx1"/>
                </a:solidFill>
              </a:rPr>
              <a:t>amCharts</a:t>
            </a:r>
            <a:r>
              <a:rPr lang="es-MX" dirty="0">
                <a:solidFill>
                  <a:schemeClr val="tx1"/>
                </a:solidFill>
              </a:rPr>
              <a:t>. Automatizar pruebas y documentar el sistema para su implementación.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CE308BF1-C706-2E7C-0C56-1BF4610119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8148" y="201945"/>
            <a:ext cx="3847143" cy="86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-2102976" y="41982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Alcances del proyecto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19207BF-BE7A-BB98-F2EB-3DAA4D853E90}"/>
              </a:ext>
            </a:extLst>
          </p:cNvPr>
          <p:cNvSpPr txBox="1"/>
          <p:nvPr/>
        </p:nvSpPr>
        <p:spPr>
          <a:xfrm>
            <a:off x="1240972" y="1674674"/>
            <a:ext cx="838821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/>
              <a:t>Alcances:</a:t>
            </a:r>
            <a:endParaRPr lang="es-MX" sz="2400" dirty="0"/>
          </a:p>
          <a:p>
            <a:pPr marL="342900" indent="-342900">
              <a:buFont typeface="+mj-lt"/>
              <a:buAutoNum type="arabicPeriod"/>
            </a:pPr>
            <a:r>
              <a:rPr lang="es-MX" sz="2400" dirty="0"/>
              <a:t>Digitalización completa de la gestión de soporte técnico hotelero.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2400" dirty="0"/>
              <a:t>Registro, clasificación y seguimiento organizado de tickets.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2400" dirty="0"/>
              <a:t>Control de acceso mediante autenticación por roles.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2400" dirty="0"/>
              <a:t>Mejora en la trazabilidad y reducción de tiempos de respuesta.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2400" dirty="0"/>
              <a:t>Incluye documentación técnica y pruebas automatizadas.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415DEB35-0BEB-DEC2-DCA9-63FC64D3CA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8148" y="201945"/>
            <a:ext cx="3847143" cy="864213"/>
          </a:xfrm>
          <a:prstGeom prst="rect">
            <a:avLst/>
          </a:prstGeom>
        </p:spPr>
      </p:pic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2EF11498-6BA2-DCA4-48DC-71894DA675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280" y="4334592"/>
            <a:ext cx="2321463" cy="232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3B784-D4D1-9164-9533-CEF2000DE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02B65141-34DA-0E01-9C43-4975DC68EEA6}"/>
              </a:ext>
            </a:extLst>
          </p:cNvPr>
          <p:cNvSpPr txBox="1"/>
          <p:nvPr/>
        </p:nvSpPr>
        <p:spPr>
          <a:xfrm>
            <a:off x="-2102976" y="41982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Limitaciones del proyecto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0DC6812-B286-1521-40C7-1A8041813F73}"/>
              </a:ext>
            </a:extLst>
          </p:cNvPr>
          <p:cNvSpPr txBox="1"/>
          <p:nvPr/>
        </p:nvSpPr>
        <p:spPr>
          <a:xfrm>
            <a:off x="950048" y="2427414"/>
            <a:ext cx="594527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/>
              <a:t>Limitaciones</a:t>
            </a:r>
          </a:p>
          <a:p>
            <a:pPr marL="342900" indent="-342900">
              <a:buFont typeface="+mj-lt"/>
              <a:buAutoNum type="arabicPeriod"/>
            </a:pPr>
            <a:r>
              <a:rPr lang="es-MX" sz="2800" dirty="0"/>
              <a:t>Depende de una conexión a internet estable para mostrar métricas.</a:t>
            </a:r>
          </a:p>
          <a:p>
            <a:endParaRPr lang="es-MX" sz="2800" dirty="0"/>
          </a:p>
        </p:txBody>
      </p:sp>
      <p:pic>
        <p:nvPicPr>
          <p:cNvPr id="5" name="Imagen 4" descr="Icono&#10;&#10;El contenido generado por IA puede ser incorrecto.">
            <a:extLst>
              <a:ext uri="{FF2B5EF4-FFF2-40B4-BE49-F238E27FC236}">
                <a16:creationId xmlns:a16="http://schemas.microsoft.com/office/drawing/2014/main" id="{AC9CDE01-457C-E394-663A-EDA5435E4F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3504" y="3650202"/>
            <a:ext cx="2787971" cy="2787971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49B5E01D-C18E-1663-0BF1-C5B9B4BACF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8148" y="201945"/>
            <a:ext cx="3847143" cy="864213"/>
          </a:xfrm>
          <a:prstGeom prst="rect">
            <a:avLst/>
          </a:prstGeom>
        </p:spPr>
      </p:pic>
      <p:pic>
        <p:nvPicPr>
          <p:cNvPr id="4" name="Imagen 3" descr="Logotipo&#10;&#10;El contenido generado por IA puede ser incorrecto.">
            <a:extLst>
              <a:ext uri="{FF2B5EF4-FFF2-40B4-BE49-F238E27FC236}">
                <a16:creationId xmlns:a16="http://schemas.microsoft.com/office/drawing/2014/main" id="{E41E8232-A3C9-0190-8327-54CE179C1A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0844" y="913885"/>
            <a:ext cx="3380631" cy="302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977646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-2805108" y="317680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Metodología</a:t>
            </a:r>
            <a:endParaRPr lang="es-CL" sz="2400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D43022D-ADA4-8DBD-83AB-6C6465D13D4A}"/>
              </a:ext>
            </a:extLst>
          </p:cNvPr>
          <p:cNvSpPr txBox="1"/>
          <p:nvPr/>
        </p:nvSpPr>
        <p:spPr>
          <a:xfrm>
            <a:off x="1254492" y="1275891"/>
            <a:ext cx="968301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/>
              <a:t>Se utilizó la metodología ágil con planificación por </a:t>
            </a:r>
            <a:r>
              <a:rPr lang="es-MX" sz="2800" dirty="0" err="1"/>
              <a:t>sprints</a:t>
            </a:r>
            <a:r>
              <a:rPr lang="es-MX" sz="2800" dirty="0"/>
              <a:t> de duración de 1 semana, validación de entregables por fase y reuniones de seguimiento.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s-MX" sz="2800" dirty="0"/>
            </a:br>
            <a:r>
              <a:rPr lang="es-MX" sz="2800" dirty="0"/>
              <a:t>Cada sprint permitió desarrollar módulos funcionales.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lang="es-MX" sz="2800" dirty="0"/>
            </a:br>
            <a:r>
              <a:rPr lang="es-MX" sz="2800" dirty="0"/>
              <a:t>Esta metodología facilitó el cumplimiento de objetivos técnicos en tiempo real.</a:t>
            </a: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AE95A60C-2D90-4CC9-BDD0-0D26CF261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8148" y="201945"/>
            <a:ext cx="3847143" cy="864213"/>
          </a:xfrm>
          <a:prstGeom prst="rect">
            <a:avLst/>
          </a:prstGeom>
        </p:spPr>
      </p:pic>
      <p:pic>
        <p:nvPicPr>
          <p:cNvPr id="8" name="Imagen 7" descr="Una caricatura de una persona&#10;&#10;El contenido generado por IA puede ser incorrecto.">
            <a:extLst>
              <a:ext uri="{FF2B5EF4-FFF2-40B4-BE49-F238E27FC236}">
                <a16:creationId xmlns:a16="http://schemas.microsoft.com/office/drawing/2014/main" id="{7D9DD853-9C74-6267-C16E-6C820C9EF8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894" y="4583280"/>
            <a:ext cx="2853733" cy="2378110"/>
          </a:xfrm>
          <a:prstGeom prst="rect">
            <a:avLst/>
          </a:prstGeom>
        </p:spPr>
      </p:pic>
      <p:pic>
        <p:nvPicPr>
          <p:cNvPr id="11" name="Imagen 10" descr="Icono&#10;&#10;El contenido generado por IA puede ser incorrecto.">
            <a:extLst>
              <a:ext uri="{FF2B5EF4-FFF2-40B4-BE49-F238E27FC236}">
                <a16:creationId xmlns:a16="http://schemas.microsoft.com/office/drawing/2014/main" id="{6C5A919A-9B31-7A0B-703D-D26E36D669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048" y="4339942"/>
            <a:ext cx="2518058" cy="251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01316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del software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58E5E7B-FB98-255D-0CC6-71F040C01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86" y="1934409"/>
            <a:ext cx="9004947" cy="4716041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B41C8D76-0AFA-ABD5-FDD3-ACD279347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8148" y="201945"/>
            <a:ext cx="3847143" cy="86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78895E0-6793-09D5-0F8C-1313E87EA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4" y="1668027"/>
            <a:ext cx="10763250" cy="4821046"/>
          </a:xfrm>
          <a:prstGeom prst="rect">
            <a:avLst/>
          </a:prstGeom>
        </p:spPr>
      </p:pic>
      <p:pic>
        <p:nvPicPr>
          <p:cNvPr id="2" name="Gráfico 1">
            <a:extLst>
              <a:ext uri="{FF2B5EF4-FFF2-40B4-BE49-F238E27FC236}">
                <a16:creationId xmlns:a16="http://schemas.microsoft.com/office/drawing/2014/main" id="{1609E65E-90E5-651B-B026-22F16CB8F2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8148" y="201945"/>
            <a:ext cx="3847143" cy="86421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C3BCEFB1-45B3-7FA1-4F27-0DC24184BBFC}"/>
              </a:ext>
            </a:extLst>
          </p:cNvPr>
          <p:cNvSpPr txBox="1"/>
          <p:nvPr/>
        </p:nvSpPr>
        <p:spPr>
          <a:xfrm>
            <a:off x="1068506" y="346957"/>
            <a:ext cx="63906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5400" dirty="0"/>
              <a:t>Base de datos</a:t>
            </a:r>
          </a:p>
        </p:txBody>
      </p:sp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5EE67BA1-AD62-5F9B-E075-2B23F6CE60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8148" y="201945"/>
            <a:ext cx="3847143" cy="864213"/>
          </a:xfrm>
          <a:prstGeom prst="rect">
            <a:avLst/>
          </a:prstGeom>
        </p:spPr>
      </p:pic>
      <p:pic>
        <p:nvPicPr>
          <p:cNvPr id="10" name="Imagen 9" descr="Logotipo&#10;&#10;El contenido generado por IA puede ser incorrecto.">
            <a:extLst>
              <a:ext uri="{FF2B5EF4-FFF2-40B4-BE49-F238E27FC236}">
                <a16:creationId xmlns:a16="http://schemas.microsoft.com/office/drawing/2014/main" id="{1122D0D9-A122-BBB4-3306-549D8695AB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658" y="2093434"/>
            <a:ext cx="5691342" cy="3918672"/>
          </a:xfrm>
          <a:prstGeom prst="rect">
            <a:avLst/>
          </a:prstGeom>
        </p:spPr>
      </p:pic>
      <p:pic>
        <p:nvPicPr>
          <p:cNvPr id="17" name="Imagen 16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C2550ACC-9AB3-C537-5DC0-FC3F45669B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417" y="2496599"/>
            <a:ext cx="4623541" cy="3918672"/>
          </a:xfrm>
          <a:prstGeom prst="rect">
            <a:avLst/>
          </a:prstGeom>
        </p:spPr>
      </p:pic>
      <p:pic>
        <p:nvPicPr>
          <p:cNvPr id="19" name="Imagen 18" descr="Icono&#10;&#10;El contenido generado por IA puede ser incorrecto.">
            <a:extLst>
              <a:ext uri="{FF2B5EF4-FFF2-40B4-BE49-F238E27FC236}">
                <a16:creationId xmlns:a16="http://schemas.microsoft.com/office/drawing/2014/main" id="{16E61F82-16FB-1AA7-42E5-EF9942BABB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855" y="4904845"/>
            <a:ext cx="1967626" cy="1967626"/>
          </a:xfrm>
          <a:prstGeom prst="rect">
            <a:avLst/>
          </a:prstGeom>
        </p:spPr>
      </p:pic>
      <p:pic>
        <p:nvPicPr>
          <p:cNvPr id="22" name="Imagen 21" descr="Logotipo&#10;&#10;El contenido generado por IA puede ser incorrecto.">
            <a:extLst>
              <a:ext uri="{FF2B5EF4-FFF2-40B4-BE49-F238E27FC236}">
                <a16:creationId xmlns:a16="http://schemas.microsoft.com/office/drawing/2014/main" id="{1D4B9220-32BA-D8E6-87F1-3C81868623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217" y="1457039"/>
            <a:ext cx="4277810" cy="2406268"/>
          </a:xfrm>
          <a:prstGeom prst="rect">
            <a:avLst/>
          </a:prstGeom>
        </p:spPr>
      </p:pic>
      <p:pic>
        <p:nvPicPr>
          <p:cNvPr id="26" name="Imagen 25" descr="Logotipo&#10;&#10;El contenido generado por IA puede ser incorrecto.">
            <a:extLst>
              <a:ext uri="{FF2B5EF4-FFF2-40B4-BE49-F238E27FC236}">
                <a16:creationId xmlns:a16="http://schemas.microsoft.com/office/drawing/2014/main" id="{2C6E6AD2-5709-1C08-7888-976B248382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987" y="4647068"/>
            <a:ext cx="6248400" cy="2316074"/>
          </a:xfrm>
          <a:prstGeom prst="rect">
            <a:avLst/>
          </a:prstGeom>
        </p:spPr>
      </p:pic>
      <p:pic>
        <p:nvPicPr>
          <p:cNvPr id="28" name="Imagen 27" descr="Icono&#10;&#10;El contenido generado por IA puede ser incorrecto.">
            <a:extLst>
              <a:ext uri="{FF2B5EF4-FFF2-40B4-BE49-F238E27FC236}">
                <a16:creationId xmlns:a16="http://schemas.microsoft.com/office/drawing/2014/main" id="{E92E3310-3B32-332D-8C68-19F9AEDBB4E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239" y="1578843"/>
            <a:ext cx="3807438" cy="228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A9A025A7-D2D1-0656-3A29-61FC97760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8148" y="201945"/>
            <a:ext cx="3847143" cy="864213"/>
          </a:xfrm>
          <a:prstGeom prst="rect">
            <a:avLst/>
          </a:prstGeom>
        </p:spPr>
      </p:pic>
      <p:pic>
        <p:nvPicPr>
          <p:cNvPr id="4" name="Imagen 3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E5BA0031-876A-7A31-45D3-BCBAB9A974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485" y="2150655"/>
            <a:ext cx="8047029" cy="402046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D171B4F9-FE4C-9D60-50F6-61E1971241F7}"/>
              </a:ext>
            </a:extLst>
          </p:cNvPr>
          <p:cNvSpPr txBox="1"/>
          <p:nvPr/>
        </p:nvSpPr>
        <p:spPr>
          <a:xfrm>
            <a:off x="1068506" y="346957"/>
            <a:ext cx="63906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5400" dirty="0"/>
              <a:t>Vista del usuario</a:t>
            </a:r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 advTm="161363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12D71-C550-BD4C-1A29-338BCD177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F3CB3EAC-550B-720B-FFD9-CF071F29D7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8148" y="201945"/>
            <a:ext cx="3847143" cy="864213"/>
          </a:xfrm>
          <a:prstGeom prst="rect">
            <a:avLst/>
          </a:prstGeom>
        </p:spPr>
      </p:pic>
      <p:pic>
        <p:nvPicPr>
          <p:cNvPr id="5" name="Imagen 4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21D9EDA7-9DD2-1107-626A-E0163FC810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365" y="2138005"/>
            <a:ext cx="8210263" cy="4283615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B57A881-5849-A773-055F-7647A03D19C7}"/>
              </a:ext>
            </a:extLst>
          </p:cNvPr>
          <p:cNvSpPr txBox="1"/>
          <p:nvPr/>
        </p:nvSpPr>
        <p:spPr>
          <a:xfrm>
            <a:off x="1068506" y="346957"/>
            <a:ext cx="63906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5400" dirty="0"/>
              <a:t>Vista del usuario</a:t>
            </a:r>
          </a:p>
        </p:txBody>
      </p:sp>
    </p:spTree>
    <p:extLst>
      <p:ext uri="{BB962C8B-B14F-4D97-AF65-F5344CB8AC3E}">
        <p14:creationId xmlns:p14="http://schemas.microsoft.com/office/powerpoint/2010/main" val="12495408"/>
      </p:ext>
    </p:extLst>
  </p:cSld>
  <p:clrMapOvr>
    <a:masterClrMapping/>
  </p:clrMapOvr>
  <p:transition spd="slow" advTm="161363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DB25D-295B-8E43-4616-7F47F54C9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uadroTexto 18">
            <a:extLst>
              <a:ext uri="{FF2B5EF4-FFF2-40B4-BE49-F238E27FC236}">
                <a16:creationId xmlns:a16="http://schemas.microsoft.com/office/drawing/2014/main" id="{5627DA79-ABC4-A576-E149-6A2612D9130E}"/>
              </a:ext>
            </a:extLst>
          </p:cNvPr>
          <p:cNvSpPr txBox="1"/>
          <p:nvPr/>
        </p:nvSpPr>
        <p:spPr>
          <a:xfrm>
            <a:off x="1068506" y="346957"/>
            <a:ext cx="63906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5400" dirty="0"/>
              <a:t>Vista del usuario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C465A951-34CC-0C02-F110-F43DFB9C8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8148" y="201945"/>
            <a:ext cx="3847143" cy="864213"/>
          </a:xfrm>
          <a:prstGeom prst="rect">
            <a:avLst/>
          </a:prstGeom>
        </p:spPr>
      </p:pic>
      <p:pic>
        <p:nvPicPr>
          <p:cNvPr id="5" name="Imagen 4" descr="Captura de pantalla de computadora&#10;&#10;El contenido generado por IA puede ser incorrecto.">
            <a:extLst>
              <a:ext uri="{FF2B5EF4-FFF2-40B4-BE49-F238E27FC236}">
                <a16:creationId xmlns:a16="http://schemas.microsoft.com/office/drawing/2014/main" id="{D716522D-A949-DD3E-3326-82224F424B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773" y="2316104"/>
            <a:ext cx="8312194" cy="419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573303"/>
      </p:ext>
    </p:extLst>
  </p:cSld>
  <p:clrMapOvr>
    <a:masterClrMapping/>
  </p:clrMapOvr>
  <p:transition spd="slow" advTm="161363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D0D7C-36F7-2731-041E-AE2AAAF87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adroTexto 19">
            <a:extLst>
              <a:ext uri="{FF2B5EF4-FFF2-40B4-BE49-F238E27FC236}">
                <a16:creationId xmlns:a16="http://schemas.microsoft.com/office/drawing/2014/main" id="{6A28F679-4DD0-044E-4187-549214535113}"/>
              </a:ext>
            </a:extLst>
          </p:cNvPr>
          <p:cNvSpPr txBox="1"/>
          <p:nvPr/>
        </p:nvSpPr>
        <p:spPr>
          <a:xfrm>
            <a:off x="783771" y="321288"/>
            <a:ext cx="6401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5400" dirty="0"/>
              <a:t>Vista del soporte 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963027F5-19E4-F00F-4EA6-1A3B6D546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8148" y="201945"/>
            <a:ext cx="3847143" cy="864213"/>
          </a:xfrm>
          <a:prstGeom prst="rect">
            <a:avLst/>
          </a:prstGeom>
        </p:spPr>
      </p:pic>
      <p:pic>
        <p:nvPicPr>
          <p:cNvPr id="4" name="Imagen 3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7C250E5C-AB65-1645-06A5-2EAFCDAB2D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839" y="1887909"/>
            <a:ext cx="5297309" cy="426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719140"/>
      </p:ext>
    </p:extLst>
  </p:cSld>
  <p:clrMapOvr>
    <a:masterClrMapping/>
  </p:clrMapOvr>
  <p:transition spd="slow" advTm="161363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F7E90-418B-C26E-6C39-C90B51557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adroTexto 19">
            <a:extLst>
              <a:ext uri="{FF2B5EF4-FFF2-40B4-BE49-F238E27FC236}">
                <a16:creationId xmlns:a16="http://schemas.microsoft.com/office/drawing/2014/main" id="{B34CA23C-0C68-9BFC-2B73-F35BD31E75DA}"/>
              </a:ext>
            </a:extLst>
          </p:cNvPr>
          <p:cNvSpPr txBox="1"/>
          <p:nvPr/>
        </p:nvSpPr>
        <p:spPr>
          <a:xfrm>
            <a:off x="783771" y="321288"/>
            <a:ext cx="6401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5400" dirty="0"/>
              <a:t>Vista del soporte 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EA216C0D-0791-2F22-B65E-E0ECE0317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8148" y="201945"/>
            <a:ext cx="3847143" cy="864213"/>
          </a:xfrm>
          <a:prstGeom prst="rect">
            <a:avLst/>
          </a:prstGeom>
        </p:spPr>
      </p:pic>
      <p:pic>
        <p:nvPicPr>
          <p:cNvPr id="5" name="Imagen 4" descr="Interfaz de usuario gráfica, Aplicación, Teams&#10;&#10;El contenido generado por IA puede ser incorrecto.">
            <a:extLst>
              <a:ext uri="{FF2B5EF4-FFF2-40B4-BE49-F238E27FC236}">
                <a16:creationId xmlns:a16="http://schemas.microsoft.com/office/drawing/2014/main" id="{BB0555CE-B39D-1860-2326-7D4EC68B63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220" y="1618259"/>
            <a:ext cx="8033911" cy="433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913997"/>
      </p:ext>
    </p:extLst>
  </p:cSld>
  <p:clrMapOvr>
    <a:masterClrMapping/>
  </p:clrMapOvr>
  <p:transition spd="slow" advTm="161363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9BEFC-0E48-E973-DBDA-2BA564B00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adroTexto 19">
            <a:extLst>
              <a:ext uri="{FF2B5EF4-FFF2-40B4-BE49-F238E27FC236}">
                <a16:creationId xmlns:a16="http://schemas.microsoft.com/office/drawing/2014/main" id="{C6D5D494-9498-11A6-899D-240DD41D860D}"/>
              </a:ext>
            </a:extLst>
          </p:cNvPr>
          <p:cNvSpPr txBox="1"/>
          <p:nvPr/>
        </p:nvSpPr>
        <p:spPr>
          <a:xfrm>
            <a:off x="783771" y="321288"/>
            <a:ext cx="6401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5400" dirty="0"/>
              <a:t>Vista del soporte </a:t>
            </a:r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A9678B5E-3F80-2241-AF17-B3107DD84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28148" y="201945"/>
            <a:ext cx="3847143" cy="864213"/>
          </a:xfrm>
          <a:prstGeom prst="rect">
            <a:avLst/>
          </a:prstGeom>
        </p:spPr>
      </p:pic>
      <p:pic>
        <p:nvPicPr>
          <p:cNvPr id="4" name="Imagen 3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0A3DD646-A71D-9073-0270-D2DFB6C3B5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9139" y="1671030"/>
            <a:ext cx="7514919" cy="445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192222"/>
      </p:ext>
    </p:extLst>
  </p:cSld>
  <p:clrMapOvr>
    <a:masterClrMapping/>
  </p:clrMapOvr>
  <p:transition spd="slow" advTm="161363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B09885-6A3C-DEB7-EB3D-C7C463A18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Resultados obtenidos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FC3BC4-2D39-A3F4-931E-97C4A414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s-CL" dirty="0"/>
              <a:t>Envió y visualización de ticket en tiempo real.</a:t>
            </a:r>
          </a:p>
          <a:p>
            <a:pPr marL="457200" indent="-457200">
              <a:buFont typeface="+mj-lt"/>
              <a:buAutoNum type="arabicPeriod"/>
            </a:pPr>
            <a:r>
              <a:rPr lang="es-CL" dirty="0" err="1"/>
              <a:t>Dashboard</a:t>
            </a:r>
            <a:r>
              <a:rPr lang="es-CL" dirty="0"/>
              <a:t> soporte y cliente.</a:t>
            </a:r>
          </a:p>
          <a:p>
            <a:pPr marL="457200" indent="-457200">
              <a:buFont typeface="+mj-lt"/>
              <a:buAutoNum type="arabicPeriod"/>
            </a:pPr>
            <a:r>
              <a:rPr lang="es-CL" dirty="0"/>
              <a:t>Respuesta por parte del soporte en tiempo real.</a:t>
            </a:r>
          </a:p>
          <a:p>
            <a:pPr marL="457200" indent="-457200">
              <a:buFont typeface="+mj-lt"/>
              <a:buAutoNum type="arabicPeriod"/>
            </a:pPr>
            <a:r>
              <a:rPr lang="es-CL" dirty="0"/>
              <a:t>Priorización IA.</a:t>
            </a:r>
          </a:p>
          <a:p>
            <a:pPr marL="0" indent="0">
              <a:buNone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74191473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DE7A1F-882F-8F55-0C60-C23327B74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obstaculos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35DB18-6265-A9D9-5DE6-2509E51D8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s-CL" dirty="0"/>
              <a:t>Tiempo limitado.</a:t>
            </a:r>
          </a:p>
          <a:p>
            <a:pPr marL="457200" indent="-457200">
              <a:buFont typeface="+mj-lt"/>
              <a:buAutoNum type="arabicPeriod"/>
            </a:pPr>
            <a:r>
              <a:rPr lang="es-CL" dirty="0"/>
              <a:t>Base de datos no utilizada anteriormente.</a:t>
            </a:r>
          </a:p>
          <a:p>
            <a:pPr marL="457200" indent="-457200">
              <a:buFont typeface="+mj-lt"/>
              <a:buAutoNum type="arabicPeriod"/>
            </a:pP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08259582"/>
      </p:ext>
    </p:extLst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TM04033921[[fn=Damasco]]</Template>
  <TotalTime>1281</TotalTime>
  <Words>437</Words>
  <Application>Microsoft Office PowerPoint</Application>
  <PresentationFormat>Panorámica</PresentationFormat>
  <Paragraphs>43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Aharoni</vt:lpstr>
      <vt:lpstr>Arial</vt:lpstr>
      <vt:lpstr>Bookman Old Style</vt:lpstr>
      <vt:lpstr>Rockwell</vt:lpstr>
      <vt:lpstr>Damask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Resultados obtenidos</vt:lpstr>
      <vt:lpstr>obstaculos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CETECOM</cp:lastModifiedBy>
  <cp:revision>13</cp:revision>
  <dcterms:created xsi:type="dcterms:W3CDTF">2023-10-28T21:12:11Z</dcterms:created>
  <dcterms:modified xsi:type="dcterms:W3CDTF">2025-12-04T22:16:41Z</dcterms:modified>
</cp:coreProperties>
</file>